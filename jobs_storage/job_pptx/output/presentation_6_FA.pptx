
<file path=[Content_Types].xml><?xml version="1.0" encoding="utf-8"?>
<Types xmlns="http://schemas.openxmlformats.org/package/2006/content-types"/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pPr rtl="1" algn="r"/>
            <a:r>
              <a:rPr lang="fa-IR" altLang="en-US"/>
              <a:t>اسلاید ۱ نقشه راه استراتژیک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pPr rtl="1" algn="r"/>
            <a:r>
              <a:rPr lang="fa-IR" altLang="en-US"/>
              <a:t>اسلاید ۲ نقشه راه استراتژیک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sp>
        <p:txBody>
          <a:p>
            <a:pPr rtl="1" algn="r"/>
            <a:r>
              <a:rPr lang="fa-IR" altLang="en-US"/>
              <a:t>اسلاید 3 نقشه راه استراتژیک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sp>
        <p:txBody>
          <a:p>
            <a:pPr rtl="1" algn="r"/>
            <a:r>
              <a:rPr lang="fa-IR" altLang="en-US"/>
              <a:t>اسلاید 4 نقشه راه استراتژیک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sp>
        <p:txBody>
          <a:p>
            <a:pPr rtl="1" algn="r"/>
            <a:r>
              <a:rPr lang="fa-IR" altLang="en-US"/>
              <a:t>اسلاید ۵ نقشه راه استراتژیک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sp>
        <p:txBody>
          <a:p>
            <a:pPr rtl="1" algn="r"/>
            <a:r>
              <a:rPr lang="fa-IR" altLang="en-US"/>
              <a:t>اسلاید 6 نقشه راه استراتژیک</a:t>
            </a:r>
          </a:p>
        </p:txBody>
      </p:sp>
    </p:spTree>
  </p:cSld>
</p:sld>
</file>